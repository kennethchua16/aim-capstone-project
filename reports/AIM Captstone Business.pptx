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1" d="100"/>
          <a:sy n="81" d="100"/>
        </p:scale>
        <p:origin x="5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CADB-0B9D-5BB3-2652-FBD10A42E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089F2-9452-680A-6048-8378F95D0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20E34-576C-9F75-EEA4-D2A99A93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600DC-CDFC-2144-750F-E047698C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3EB39-4F2C-F8D9-D13C-108A66E0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304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5CAF-A524-8235-D483-748DCD78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3D50C-539B-59D1-36C4-2AC8C2E86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B92BB-FE79-B84E-A8C5-53AF3873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3D62-86A9-E573-F9B4-35577277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10A1-3F98-36BE-2A43-004D0E3B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7952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B5023-F6D8-6D98-A2F0-2BCB97D2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91342-810A-32F5-F4C7-93322CD6C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DE4E3-3D30-9E36-3F8C-57717740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44F89-3655-A220-99DD-5516B35A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28941-802C-E05B-1B0A-0BE6B682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108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CF05-C442-3C43-7DC9-805E3A4A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4DDEA-9224-7114-FAAA-658DA4E72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5F1ED-397E-105D-A10F-27EDB8D4E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1672B-ECB6-B51B-2F37-3B924E07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EE8D6-0D40-F11F-BD09-BCDB6FE8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C19FC-AC31-76B0-5135-3345BF85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109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58EB-BCC6-00C4-7C5A-EC2A3DDB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6C055-926D-2201-56EF-37150F70D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F885A-9E35-126B-143A-271A39CCE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5A7ED-1A15-64FC-EDDD-890276BED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CCF50-8B6C-BC87-46F4-3A0E38714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F50BD7-CF7E-893C-B25B-4EE562B7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C8B5D5-A39F-C6B0-3C28-25AB8701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26DF0-D21F-777A-3A0B-FAE2BCFD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30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5D480-C4B0-D1BE-BEA5-00367EB2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4F69E-13FE-8E55-24EC-81A130F7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F252D-04B3-59EF-1CDC-8C14A774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CB762-90AD-4CEC-4CDB-9075A2B1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752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120E8-1DEF-E1E1-4FC3-3F4E625D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3153E-D095-0031-B5C6-E9CA47CC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684A6-F7BC-9EB3-B299-AABFBA1D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392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E196-7A95-5DAD-3F30-169E07D9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9734-46AE-9E5E-681C-15E213734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2ED28-7F05-F266-3A46-2D56F5D5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C0FA6-4694-C302-A75A-9197AEAD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0AC36-AA61-C1CB-2C45-A145A82D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6EF7E-E5B8-BAE9-7D31-BF9507B9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340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1F6C-EC04-014B-96F6-9103AEDB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15581-1FD0-7AAE-A6BA-25476BBA4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2A33-B723-1149-4F1B-697F54F32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84704-C91E-3FDE-6D75-7DD9244B1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B86DB-2305-E364-EF16-045C516A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48C57-CC2F-230B-F149-343F08BE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539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B4A9-CC64-2B45-4C05-3CA57E52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8C1E6-7844-F515-54D1-FC6B28AC4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C3C8-A97A-0C9D-72D8-D54AD43A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8D35D-22B4-086D-5FDE-BB17D53E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895AB-B6C2-7376-32B8-350C1FD5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339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8B46E-0FBB-220D-8B23-5FBA31942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0EE6A-8D91-32A5-DBC0-C06E81D84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B7F2C-BA24-12E6-1175-0D3933E4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CAE31-1BA3-8348-DD7E-12DE9CC0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1A751-308E-E310-8462-C64FE3AD2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944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F2E7CB-7319-89A3-50D9-82BCCB54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424E8-6B67-95B1-0AD8-206AB76AB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E0B0F-1F6F-55E1-4AF0-AE7FAAA6B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671EF-2361-408B-9F43-342C4F4323D5}" type="datetimeFigureOut">
              <a:rPr lang="en-PH" smtClean="0"/>
              <a:t>4/29/26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98834-8260-CBDF-3CA8-654143C2D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62CC6-74CA-D545-FE2C-214CEA52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954D8-900F-4DCB-AB80-C3C3355473D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24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06E5-FE14-F581-E3F9-F01B75FD5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PH" dirty="0"/>
              <a:t>Predict Patient Readmission</a:t>
            </a:r>
            <a:br>
              <a:rPr lang="en-PH" dirty="0"/>
            </a:br>
            <a:r>
              <a:rPr lang="en-PH" sz="4000" dirty="0"/>
              <a:t>(</a:t>
            </a:r>
            <a:r>
              <a:rPr lang="en-US" sz="4000" dirty="0"/>
              <a:t>AIM CAPSTONE PROJECT)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Kenneth P. Chua</a:t>
            </a:r>
            <a:endParaRPr lang="en-PH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2B16C-88E2-A813-9610-093B09167DE7}"/>
              </a:ext>
            </a:extLst>
          </p:cNvPr>
          <p:cNvSpPr txBox="1"/>
          <p:nvPr/>
        </p:nvSpPr>
        <p:spPr>
          <a:xfrm>
            <a:off x="4083170" y="6488668"/>
            <a:ext cx="8108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dirty="0"/>
              <a:t>https://www.kaggle.com/datasets/algozee/hospital-readmission-risk-prediction-2026</a:t>
            </a:r>
            <a:r>
              <a:rPr lang="en-PH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92428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Hospital readmissions are a major healthcare challenge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30-day readmission rate = key performance indicator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Reflects quality of care and system efficiency</a:t>
            </a:r>
          </a:p>
        </p:txBody>
      </p:sp>
    </p:spTree>
    <p:extLst>
      <p:ext uri="{BB962C8B-B14F-4D97-AF65-F5344CB8AC3E}">
        <p14:creationId xmlns:p14="http://schemas.microsoft.com/office/powerpoint/2010/main" val="4117089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Problem Overview</a:t>
            </a:r>
          </a:p>
          <a:p>
            <a:endParaRPr lang="en-PH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High readmission rates increase costs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Strain hospital resources and staff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Lead to poor patient experiences and outcomes</a:t>
            </a:r>
          </a:p>
        </p:txBody>
      </p:sp>
    </p:spTree>
    <p:extLst>
      <p:ext uri="{BB962C8B-B14F-4D97-AF65-F5344CB8AC3E}">
        <p14:creationId xmlns:p14="http://schemas.microsoft.com/office/powerpoint/2010/main" val="426830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Key Challenges</a:t>
            </a:r>
          </a:p>
          <a:p>
            <a:endParaRPr lang="en-PH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Difficulty identifying high-risk patients early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Inefficient discharge 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Lack of personalized follow-up care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Limited use of data in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06361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Why It Matters</a:t>
            </a:r>
          </a:p>
          <a:p>
            <a:endParaRPr lang="en-PH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Impacts patient safety and recovery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Financial penalties for hospitals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Resource misallocation (beds, staff, time)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Overall healthcare system inefficiency</a:t>
            </a:r>
          </a:p>
        </p:txBody>
      </p:sp>
    </p:spTree>
    <p:extLst>
      <p:ext uri="{BB962C8B-B14F-4D97-AF65-F5344CB8AC3E}">
        <p14:creationId xmlns:p14="http://schemas.microsoft.com/office/powerpoint/2010/main" val="248185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Role of Predictive Analytics</a:t>
            </a:r>
          </a:p>
          <a:p>
            <a:endParaRPr lang="en-PH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Uses historical patient data to predict risks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Identifies patterns not visible to clinicians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/>
              <a:t>Enables early intervention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06329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Solution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H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Machine Learning models for risk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Patient risk stratification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Integration into hospital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Data-driven discharge planning</a:t>
            </a:r>
          </a:p>
        </p:txBody>
      </p:sp>
    </p:spTree>
    <p:extLst>
      <p:ext uri="{BB962C8B-B14F-4D97-AF65-F5344CB8AC3E}">
        <p14:creationId xmlns:p14="http://schemas.microsoft.com/office/powerpoint/2010/main" val="483988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Expected Impact</a:t>
            </a:r>
          </a:p>
          <a:p>
            <a:endParaRPr lang="en-PH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Reduced 30-day readmissions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Improved patient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Cost savings for hospitals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Better resource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Enhanced clinical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258074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821-8901-6AAB-59BB-11F7CFCE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8EFF78-75CD-F453-2619-1101834B18B6}"/>
              </a:ext>
            </a:extLst>
          </p:cNvPr>
          <p:cNvSpPr txBox="1"/>
          <p:nvPr/>
        </p:nvSpPr>
        <p:spPr>
          <a:xfrm>
            <a:off x="446953" y="1501364"/>
            <a:ext cx="12054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b="1" dirty="0"/>
              <a:t>Conclusion</a:t>
            </a:r>
          </a:p>
          <a:p>
            <a:endParaRPr lang="en-PH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Shift from reactive → proactive 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AI enables smarter hospital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Predictive systems are essential for future 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3200" dirty="0"/>
              <a:t>Supports sustainable, high-quality care delivery</a:t>
            </a:r>
          </a:p>
        </p:txBody>
      </p:sp>
    </p:spTree>
    <p:extLst>
      <p:ext uri="{BB962C8B-B14F-4D97-AF65-F5344CB8AC3E}">
        <p14:creationId xmlns:p14="http://schemas.microsoft.com/office/powerpoint/2010/main" val="1779615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</TotalTime>
  <Words>185</Words>
  <Application>Microsoft Macintosh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Predict Patient Readmission (AIM CAPSTONE PROJECT)  Kenneth P. Chua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 Patient Readmission (AIM CAPSTONE PROJECT)  Kenneth P. Chua</dc:title>
  <dc:creator>DATA WAREHOUSING</dc:creator>
  <cp:lastModifiedBy>Microsoft Office User</cp:lastModifiedBy>
  <cp:revision>7</cp:revision>
  <dcterms:created xsi:type="dcterms:W3CDTF">2026-03-30T01:27:16Z</dcterms:created>
  <dcterms:modified xsi:type="dcterms:W3CDTF">2026-04-29T15:07:13Z</dcterms:modified>
</cp:coreProperties>
</file>